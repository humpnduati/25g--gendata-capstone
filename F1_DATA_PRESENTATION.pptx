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F185-DDBA-4ABF-9509-FE62391ED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7BEB3-C345-464F-AED3-8A2967813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92E08-150F-4F1F-892A-F26C1A9A0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C571D-3D84-4FFC-9C89-67F56810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A8BD4-1B53-4BA5-97BF-C28AD4EC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5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4131-F709-4F22-AEFF-D2D6F03A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1169-CC7D-473D-9836-C907899C2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4B06E-2E9B-4B6D-AC92-985BE06B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FE511-CF9C-4CBD-8B6C-B3E9E360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BBF5B-1EA9-48A2-A85E-A61C88C5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9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E289-878A-4BA0-BF6D-1A073969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19796-EA1E-4CF6-8CFC-333B3E9E9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98042-1073-4BBB-A6D4-CD955CA6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953C8-39AD-4A58-8EA5-A5D829DC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2B3C-96EE-4F98-9F1C-14FEF932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6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4427-F4FB-440C-8085-B4B62FEE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268C9-5FA2-480C-B852-579A81012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46FA1-5737-4812-A3B2-F90D4B64A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B4F46-707A-4B9D-B796-54FA9B48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FA7FA-FA6A-4DD8-BC3F-7952A7B3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0B60A-C67A-4B76-B3C5-641BC195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2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11A0-9C78-4887-A6FE-4E7B5A1F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9FAD0-55E0-4FE8-9FC1-552EDE828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0AE7D-0303-4A9C-ACAB-97C511E09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0BA73-29DB-4DF8-8D99-A66D25DD1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E85F4-2402-41F8-B3C8-D772F8201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3B0CFA-7ECF-4806-95EF-3B67D30E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D2F18-634F-449C-971F-FCD53C22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5414D-5504-4239-A2BE-3A1BD364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0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BD6F-6B25-4887-9AF2-4E9659ED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85B68-995B-4CBA-8D04-6C066DE1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9F652-4F7E-4131-90AB-2ACA1960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37F63-9A36-4A6D-8106-3EBCB6B1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56863-2889-49E6-B32D-47D219A6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E9728-88AE-4AA6-990F-8197E950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05E14-5AF9-4616-AF4D-BD64AC8D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0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A633-5565-4834-96EE-D7C323FF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C232E-7B33-4970-9C5F-D7AEB600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F86BC-B300-4C9B-8801-E43F00506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30820-89B3-4F1C-A66C-4706FC44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8531C-0579-4541-8D5D-DB6467C5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1D83A-CFEE-4245-A256-31CE3D7B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3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79FF-0C93-42C3-A5E0-214643B1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714D6-959A-437A-95AF-8E6A7B618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7C0F3-51F6-4C23-908E-3FF5A27EF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0A4D7-90E4-44B3-9FC4-03CD04BD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38F22-00FD-477E-9693-1C4ACC43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C107B-90E4-42F0-A193-938ADB39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2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DD61-97DD-452B-AF43-373CFF55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707C0-DAF9-4704-8061-1F2EE93CB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E7CC-06C0-42D8-9AF3-E9639E7B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EC07C-AE8C-48AC-8A72-B4F31D42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CFEE4-E76C-463A-939A-13898236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14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287419-95A2-48E8-AFB9-01577CE42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C6D9D-07EA-4464-8900-056236DB1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52746-ACB0-484A-91B1-B22567F9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725E4-C3F1-4DAD-9A27-420EB4FC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F93D-EF93-46D6-AFA1-3860CB42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4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808AE-ADFA-438F-91A6-405E4544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2F4C2-86CA-468F-ADB9-21923DB1C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178B5-F476-4FCC-97C6-B069B53F0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16C12-E59A-455D-92A0-97AEC8C70C2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661B8-E623-48B1-B9E7-C0D112904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82629-F8A2-4171-BE21-2E93E3C3A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12818-14A8-4482-A77D-678EEFFBE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8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DE33-9CBE-49C2-94A3-619E89AA3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</a:rPr>
              <a:t>G.O.A.T DRIVER DEBUT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BF1A9-EBC6-44ED-B3DC-F69E6FAB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270" y="4306956"/>
            <a:ext cx="9024730" cy="950843"/>
          </a:xfrm>
        </p:spPr>
        <p:txBody>
          <a:bodyPr/>
          <a:lstStyle/>
          <a:p>
            <a:r>
              <a:rPr lang="en-US" dirty="0"/>
              <a:t>PROJECT BY :- NDUATI GITHU</a:t>
            </a:r>
          </a:p>
          <a:p>
            <a:r>
              <a:rPr lang="en-US" dirty="0"/>
              <a:t>MODULE :- GEN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370126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34F5-B384-476F-8933-CFD1E8C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problem </a:t>
            </a:r>
            <a:r>
              <a:rPr lang="en-US" dirty="0" err="1"/>
              <a:t>statment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83AD-2556-4482-91BB-48ADD3D52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381"/>
            <a:ext cx="10515600" cy="4351338"/>
          </a:xfrm>
        </p:spPr>
        <p:txBody>
          <a:bodyPr/>
          <a:lstStyle/>
          <a:p>
            <a:r>
              <a:rPr lang="en-US" dirty="0"/>
              <a:t>How is the greatest Formula 1 driver based on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93445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49E5E4-50AB-49C8-A9CB-B0F102E06B25}"/>
              </a:ext>
            </a:extLst>
          </p:cNvPr>
          <p:cNvSpPr txBox="1"/>
          <p:nvPr/>
        </p:nvSpPr>
        <p:spPr>
          <a:xfrm>
            <a:off x="0" y="371061"/>
            <a:ext cx="3432313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📂 Tables and Columns</a:t>
            </a:r>
          </a:p>
          <a:p>
            <a:r>
              <a:rPr lang="en-US" sz="1400" b="1" dirty="0"/>
              <a:t>1.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year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url</a:t>
            </a:r>
            <a:r>
              <a:rPr lang="en-US" sz="1400" dirty="0"/>
              <a:t> (TEXT)</a:t>
            </a:r>
          </a:p>
          <a:p>
            <a:r>
              <a:rPr lang="en-US" sz="1400" b="1" dirty="0"/>
              <a:t>2. circuits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circuitid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circuitref</a:t>
            </a:r>
            <a:r>
              <a:rPr lang="en-US" sz="14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name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location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country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lat</a:t>
            </a:r>
            <a:r>
              <a:rPr lang="en-US" sz="1400" dirty="0"/>
              <a:t> (REAL)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lng</a:t>
            </a:r>
            <a:r>
              <a:rPr lang="en-US" sz="1400" dirty="0"/>
              <a:t> (REAL)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alt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url</a:t>
            </a:r>
            <a:r>
              <a:rPr lang="en-US" sz="1400" dirty="0"/>
              <a:t> (TEXT)</a:t>
            </a:r>
          </a:p>
          <a:p>
            <a:r>
              <a:rPr lang="en-US" sz="1400" b="1" dirty="0"/>
              <a:t>3. constructors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constructorid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constructorref</a:t>
            </a:r>
            <a:r>
              <a:rPr lang="en-US" sz="14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name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nationality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url</a:t>
            </a:r>
            <a:r>
              <a:rPr lang="en-US" sz="1400" dirty="0"/>
              <a:t> (TEXT)</a:t>
            </a:r>
          </a:p>
          <a:p>
            <a:r>
              <a:rPr lang="en-US" sz="1400" b="1" dirty="0"/>
              <a:t>4. drivers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driverid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driverref</a:t>
            </a:r>
            <a:r>
              <a:rPr lang="en-US" sz="14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number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code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forename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surname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dob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nationality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url</a:t>
            </a:r>
            <a:r>
              <a:rPr lang="en-US" sz="1400" dirty="0"/>
              <a:t> (TEXT)</a:t>
            </a:r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A0AFA-CB86-43FF-9560-940FB5C08D79}"/>
              </a:ext>
            </a:extLst>
          </p:cNvPr>
          <p:cNvSpPr txBox="1"/>
          <p:nvPr/>
        </p:nvSpPr>
        <p:spPr>
          <a:xfrm>
            <a:off x="3154017" y="371061"/>
            <a:ext cx="2941983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5.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statusid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status (TEXT)</a:t>
            </a:r>
          </a:p>
          <a:p>
            <a:r>
              <a:rPr lang="en-US" sz="1200" b="1" dirty="0"/>
              <a:t>6. races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raceid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year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round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circuitid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name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date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url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fp1_date / fp1_time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fp2_date / fp2_time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fp3_date / fp3_time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quali_date</a:t>
            </a:r>
            <a:r>
              <a:rPr lang="en-US" sz="1200" dirty="0"/>
              <a:t> / </a:t>
            </a:r>
            <a:r>
              <a:rPr lang="en-US" sz="1200" dirty="0" err="1"/>
              <a:t>quali_time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sprint_date</a:t>
            </a:r>
            <a:r>
              <a:rPr lang="en-US" sz="1200" dirty="0"/>
              <a:t> / </a:t>
            </a:r>
            <a:r>
              <a:rPr lang="en-US" sz="1200" dirty="0" err="1"/>
              <a:t>sprint_time</a:t>
            </a:r>
            <a:r>
              <a:rPr lang="en-US" sz="1200" dirty="0"/>
              <a:t> (TEXT)</a:t>
            </a:r>
          </a:p>
          <a:p>
            <a:r>
              <a:rPr lang="en-US" sz="1200" b="1" dirty="0"/>
              <a:t>7.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resultid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raceid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driverid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constructorid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number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grid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position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positiontext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positionorder</a:t>
            </a:r>
            <a:r>
              <a:rPr lang="en-US" sz="12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points (REAL)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laps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milliseconds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fastestlap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rankorder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fastestlaptime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fastestlapspeed</a:t>
            </a:r>
            <a:r>
              <a:rPr lang="en-US" sz="12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statusid</a:t>
            </a:r>
            <a:r>
              <a:rPr lang="en-US" sz="1200" dirty="0"/>
              <a:t> (INTEGER)</a:t>
            </a:r>
          </a:p>
          <a:p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09E6E-98D7-45AF-88FC-7031972F1DD4}"/>
              </a:ext>
            </a:extLst>
          </p:cNvPr>
          <p:cNvSpPr txBox="1"/>
          <p:nvPr/>
        </p:nvSpPr>
        <p:spPr>
          <a:xfrm>
            <a:off x="5473148" y="530087"/>
            <a:ext cx="219986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8. </a:t>
            </a:r>
            <a:r>
              <a:rPr lang="en-US" sz="1600" b="1" dirty="0" err="1"/>
              <a:t>sprint_results</a:t>
            </a:r>
            <a:endParaRPr lang="en-US" sz="1600" b="1" dirty="0"/>
          </a:p>
          <a:p>
            <a:r>
              <a:rPr lang="en-US" sz="1600" dirty="0"/>
              <a:t>(similar to results, but for sprint races)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resultid</a:t>
            </a:r>
            <a:r>
              <a:rPr lang="en-US" sz="1600" dirty="0"/>
              <a:t>, </a:t>
            </a:r>
            <a:r>
              <a:rPr lang="en-US" sz="1600" dirty="0" err="1"/>
              <a:t>raceid</a:t>
            </a:r>
            <a:r>
              <a:rPr lang="en-US" sz="1600" dirty="0"/>
              <a:t>, </a:t>
            </a:r>
            <a:r>
              <a:rPr lang="en-US" sz="1600" dirty="0" err="1"/>
              <a:t>driverid</a:t>
            </a:r>
            <a:r>
              <a:rPr lang="en-US" sz="1600" dirty="0"/>
              <a:t>, </a:t>
            </a:r>
            <a:r>
              <a:rPr lang="en-US" sz="1600" dirty="0" err="1"/>
              <a:t>constructorid</a:t>
            </a:r>
            <a:r>
              <a:rPr lang="en-US" sz="1600" dirty="0"/>
              <a:t>, number, grid, position, points, laps, time, </a:t>
            </a:r>
            <a:r>
              <a:rPr lang="en-US" sz="1600" dirty="0" err="1"/>
              <a:t>fastestlap</a:t>
            </a:r>
            <a:r>
              <a:rPr lang="en-US" sz="1600" dirty="0"/>
              <a:t>, etc.</a:t>
            </a:r>
          </a:p>
          <a:p>
            <a:r>
              <a:rPr lang="en-US" sz="1600" b="1" dirty="0"/>
              <a:t>9. qualifying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qualifyid</a:t>
            </a:r>
            <a:r>
              <a:rPr lang="en-US" sz="16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raceid</a:t>
            </a:r>
            <a:r>
              <a:rPr lang="en-US" sz="16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driverid</a:t>
            </a:r>
            <a:r>
              <a:rPr lang="en-US" sz="16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constructorid</a:t>
            </a:r>
            <a:r>
              <a:rPr lang="en-US" sz="16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number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position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q1 / q2 / q3 (TEXT)</a:t>
            </a:r>
          </a:p>
          <a:p>
            <a:r>
              <a:rPr lang="en-US" sz="1600" b="1" dirty="0"/>
              <a:t>10. </a:t>
            </a:r>
            <a:r>
              <a:rPr lang="en-US" sz="1600" b="1" dirty="0" err="1"/>
              <a:t>pit_stops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raceid</a:t>
            </a:r>
            <a:r>
              <a:rPr lang="en-US" sz="16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driverid</a:t>
            </a:r>
            <a:r>
              <a:rPr lang="en-US" sz="16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stop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lap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duration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milliseconds (INTEGER)</a:t>
            </a:r>
          </a:p>
          <a:p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A7782-4A7C-456C-BEB6-E6617A320440}"/>
              </a:ext>
            </a:extLst>
          </p:cNvPr>
          <p:cNvSpPr txBox="1"/>
          <p:nvPr/>
        </p:nvSpPr>
        <p:spPr>
          <a:xfrm>
            <a:off x="8786190" y="949452"/>
            <a:ext cx="294198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11. </a:t>
            </a:r>
            <a:r>
              <a:rPr lang="en-US" sz="1400" b="1" dirty="0" err="1"/>
              <a:t>lap_times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raceid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driverid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lap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position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time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milliseconds (INTEGER)</a:t>
            </a:r>
          </a:p>
          <a:p>
            <a:r>
              <a:rPr lang="en-US" sz="1400" b="1" dirty="0"/>
              <a:t>12. </a:t>
            </a:r>
            <a:r>
              <a:rPr lang="en-US" sz="1400" b="1" dirty="0" err="1"/>
              <a:t>driver_standings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driverstandingsid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raceid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driverid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points (REAL)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position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positiontext</a:t>
            </a:r>
            <a:r>
              <a:rPr lang="en-US" sz="14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wins (INTEGER)</a:t>
            </a:r>
          </a:p>
          <a:p>
            <a:r>
              <a:rPr lang="en-US" sz="1400" b="1" dirty="0"/>
              <a:t>13. </a:t>
            </a:r>
            <a:r>
              <a:rPr lang="en-US" sz="1400" b="1" dirty="0" err="1"/>
              <a:t>constructor_results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constructorresultsid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raceid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constructorid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points (REAL)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status (TEXT)</a:t>
            </a:r>
          </a:p>
          <a:p>
            <a:r>
              <a:rPr lang="en-US" sz="1400" b="1" dirty="0"/>
              <a:t>14. </a:t>
            </a:r>
            <a:r>
              <a:rPr lang="en-US" sz="1400" b="1" dirty="0" err="1"/>
              <a:t>constructor_standings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constructorstandingsid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raceid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constructorid</a:t>
            </a:r>
            <a:r>
              <a:rPr lang="en-US" sz="1400" dirty="0"/>
              <a:t>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points (REAL)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position (INTEGER)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positiontext</a:t>
            </a:r>
            <a:r>
              <a:rPr lang="en-US" sz="1400" dirty="0"/>
              <a:t> (TEXT)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wins (INTEGER)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975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C2A7-CB84-4FCD-BD27-A2153360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3008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ERD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D8A79-61C6-4EF0-9C78-B3D2BFAB2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9" y="530086"/>
            <a:ext cx="10707755" cy="632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9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6C72-F1DD-4556-A411-31F4DC93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84313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DATA PIPELINE AND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6C91C-CC6C-4F84-B8EE-646AE6051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583"/>
            <a:ext cx="10515600" cy="5673380"/>
          </a:xfrm>
        </p:spPr>
        <p:txBody>
          <a:bodyPr/>
          <a:lstStyle/>
          <a:p>
            <a:r>
              <a:rPr lang="en-US" dirty="0"/>
              <a:t>After creating the database and populating it with the required data</a:t>
            </a:r>
          </a:p>
          <a:p>
            <a:r>
              <a:rPr lang="en-US" dirty="0"/>
              <a:t>I parsed the database to power query so as I could do </a:t>
            </a:r>
            <a:r>
              <a:rPr lang="en-US" dirty="0" err="1"/>
              <a:t>abit</a:t>
            </a:r>
            <a:r>
              <a:rPr lang="en-US" dirty="0"/>
              <a:t> of data cleaning .</a:t>
            </a:r>
          </a:p>
          <a:p>
            <a:r>
              <a:rPr lang="en-US" dirty="0"/>
              <a:t>After cleaning the database , I saved it to F1_data.csv which will be easier to query </a:t>
            </a:r>
            <a:r>
              <a:rPr lang="en-US"/>
              <a:t>and loaded it to tableau.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6328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1CC5-8C29-45A8-8D34-1106E966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1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Lewis Hamilton is the G.O.A.T Driver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077BF8-1954-4400-84BC-879FB6EE3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821635"/>
            <a:ext cx="6052931" cy="5315571"/>
          </a:xfrm>
        </p:spPr>
      </p:pic>
    </p:spTree>
    <p:extLst>
      <p:ext uri="{BB962C8B-B14F-4D97-AF65-F5344CB8AC3E}">
        <p14:creationId xmlns:p14="http://schemas.microsoft.com/office/powerpoint/2010/main" val="100470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9D0C94-6808-48D9-B6B7-84EBF56A0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834887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876CCC-A22E-418B-A5C9-CF237230D579}"/>
              </a:ext>
            </a:extLst>
          </p:cNvPr>
          <p:cNvSpPr txBox="1"/>
          <p:nvPr/>
        </p:nvSpPr>
        <p:spPr>
          <a:xfrm>
            <a:off x="8521148" y="344557"/>
            <a:ext cx="35515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-Hamilton has won a joint-record seven Formula One World Drivers' Championship titles tied with   Michael Schumacher and holds the records for most wins (105), pole positions (104), and podium finishes (202)</a:t>
            </a:r>
          </a:p>
        </p:txBody>
      </p:sp>
    </p:spTree>
    <p:extLst>
      <p:ext uri="{BB962C8B-B14F-4D97-AF65-F5344CB8AC3E}">
        <p14:creationId xmlns:p14="http://schemas.microsoft.com/office/powerpoint/2010/main" val="61066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802B60-5177-4D3C-AB94-300C929B2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71671"/>
            <a:ext cx="6096000" cy="329316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5AA50-CB92-4984-B6C7-28B2993C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1671"/>
            <a:ext cx="6096000" cy="3157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37814-5ADF-464C-8650-2B0E6BDE2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00669"/>
            <a:ext cx="6627122" cy="31573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A98A96-D889-4F47-B317-9CA7C3A2FEE2}"/>
              </a:ext>
            </a:extLst>
          </p:cNvPr>
          <p:cNvSpPr txBox="1"/>
          <p:nvPr/>
        </p:nvSpPr>
        <p:spPr>
          <a:xfrm>
            <a:off x="2358886" y="0"/>
            <a:ext cx="8627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DRIVER PROGRESSION  OVER THE YEARS FOR THE TOP 3 DRIVERS BASED ON POINTS</a:t>
            </a:r>
          </a:p>
        </p:txBody>
      </p:sp>
    </p:spTree>
    <p:extLst>
      <p:ext uri="{BB962C8B-B14F-4D97-AF65-F5344CB8AC3E}">
        <p14:creationId xmlns:p14="http://schemas.microsoft.com/office/powerpoint/2010/main" val="141901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6DB833-59AF-43B3-8885-EA1B1345E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10817"/>
            <a:ext cx="6096000" cy="36072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AE03B5-B1A8-47DD-B7D3-90A0636CA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0817"/>
            <a:ext cx="6096000" cy="3607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EFACBF-5EDA-402B-865A-2BB1F89DF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18043"/>
            <a:ext cx="6096000" cy="28399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8F7732-240C-4D09-93C4-6DD628EBDA1F}"/>
              </a:ext>
            </a:extLst>
          </p:cNvPr>
          <p:cNvSpPr txBox="1"/>
          <p:nvPr/>
        </p:nvSpPr>
        <p:spPr>
          <a:xfrm>
            <a:off x="2398643" y="0"/>
            <a:ext cx="821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SEASON POINTS COMPERSION BETWEEN HAMILTON VS TOP 3 DRIVER</a:t>
            </a:r>
          </a:p>
        </p:txBody>
      </p:sp>
    </p:spTree>
    <p:extLst>
      <p:ext uri="{BB962C8B-B14F-4D97-AF65-F5344CB8AC3E}">
        <p14:creationId xmlns:p14="http://schemas.microsoft.com/office/powerpoint/2010/main" val="233207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0D58B-5E62-4FA9-841B-A6F15982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1790"/>
            <a:ext cx="5618921" cy="2199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DB2646-9ABC-48C0-A8CA-19EA222C3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451652"/>
            <a:ext cx="5618921" cy="26106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B5CC83-8545-4B15-865F-662AC181D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922" y="251376"/>
            <a:ext cx="6605179" cy="2200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FBEA80-1E3E-4DF5-A33D-7ABC6E7DE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921" y="2451652"/>
            <a:ext cx="6573077" cy="26125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C8C1A-48A3-4A89-928A-7A9011EC89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86" y="5062330"/>
            <a:ext cx="5462587" cy="2200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4E0B3F-66F7-4CD0-BD59-A904882474C2}"/>
              </a:ext>
            </a:extLst>
          </p:cNvPr>
          <p:cNvSpPr txBox="1"/>
          <p:nvPr/>
        </p:nvSpPr>
        <p:spPr>
          <a:xfrm>
            <a:off x="1908313" y="0"/>
            <a:ext cx="886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COMPARISSON OF DRIVER DOMINANCE BASED OF CIRCUITS</a:t>
            </a:r>
          </a:p>
        </p:txBody>
      </p:sp>
    </p:spTree>
    <p:extLst>
      <p:ext uri="{BB962C8B-B14F-4D97-AF65-F5344CB8AC3E}">
        <p14:creationId xmlns:p14="http://schemas.microsoft.com/office/powerpoint/2010/main" val="26737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691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Office Theme</vt:lpstr>
      <vt:lpstr>G.O.A.T DRIVER DEBUT</vt:lpstr>
      <vt:lpstr> problem statment</vt:lpstr>
      <vt:lpstr>PowerPoint Presentation</vt:lpstr>
      <vt:lpstr>ERD DIAGRAM</vt:lpstr>
      <vt:lpstr>DATA PIPELINE AND CLEANING PROCESS</vt:lpstr>
      <vt:lpstr>Lewis Hamilton is the G.O.A.T Driver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Humphrey nduati</dc:creator>
  <cp:lastModifiedBy>Humphrey nduati</cp:lastModifiedBy>
  <cp:revision>10</cp:revision>
  <dcterms:created xsi:type="dcterms:W3CDTF">2025-09-13T05:43:06Z</dcterms:created>
  <dcterms:modified xsi:type="dcterms:W3CDTF">2025-09-13T07:45:27Z</dcterms:modified>
</cp:coreProperties>
</file>